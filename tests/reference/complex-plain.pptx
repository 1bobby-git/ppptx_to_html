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6" r:id="rId2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주간 차트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판매량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월</c:v>
                  </c:pt>
                  <c:pt idx="1">
                    <c:v>화</c:v>
                  </c:pt>
                  <c:pt idx="2">
                    <c:v>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PRIVATE_SPEAKER_NOTE_MUST_NOT_EXPORT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_MASTER">
    <p:bg>
      <p:bgPr>
        <a:solidFill>
          <a:srgbClr val="E9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4556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마스터 문구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44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44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D66"/>
                </a:solidFill>
              </a:rPr>
              <a:t>안녕하세요 오프라인 프레젠테이션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INTRO_FILE_ONE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2834640"/>
            <a:ext cx="3200400" cy="1188720"/>
          </a:xfrm>
          <a:prstGeom prst="rect">
            <a:avLst/>
          </a:prstGeom>
          <a:solidFill>
            <a:srgbClr val="FFB347"/>
          </a:solidFill>
          <a:ln w="12700">
            <a:solidFill>
              <a:srgbClr val="7F3F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44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TABLE_FILE_TWO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5212080" cy="182880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334D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334D"/>
                          </a:solidFill>
                        </a:rPr>
                        <a:t>수량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334D"/>
                          </a:solidFill>
                        </a:rPr>
                        <a:t>사과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334D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334D"/>
                          </a:solidFill>
                        </a:rPr>
                        <a:t>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334D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554480"/>
            <a:ext cx="1920240" cy="1188720"/>
          </a:xfrm>
          <a:prstGeom prst="ellipse">
            <a:avLst/>
          </a:prstGeom>
          <a:solidFill>
            <a:srgbClr val="55CC88"/>
          </a:solidFill>
          <a:ln w="12700">
            <a:solidFill>
              <a:srgbClr val="147A4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44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IMAGE_CHART_FILE_THREE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103120" cy="2103120"/>
          </a:xfrm>
          <a:prstGeom prst="rect">
            <a:avLst/>
          </a:prstGeom>
        </p:spPr>
      </p:pic>
      <p:graphicFrame>
        <p:nvGraphicFramePr>
          <p:cNvPr id="4" name="Chart 0" descr=""/>
          <p:cNvGraphicFramePr/>
          <p:nvPr/>
        </p:nvGraphicFramePr>
        <p:xfrm>
          <a:off x="3657600" y="109728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44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HIDDEN_FILE_FOUR 비공개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44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오프라인 변환 테스트</dc:title>
  <dc:subject>Korean text, master, image, table, shapes, chart, order, hidden slide</dc:subject>
  <dc:creator>Offline browser regression test</dc:creator>
  <cp:lastModifiedBy>Offline browser regression test</cp:lastModifiedBy>
  <cp:revision>1</cp:revision>
  <dcterms:created xsi:type="dcterms:W3CDTF">2026-10-22T06:12:09Z</dcterms:created>
  <dcterms:modified xsi:type="dcterms:W3CDTF">2026-10-22T06:12:09Z</dcterms:modified>
</cp:coreProperties>
</file>